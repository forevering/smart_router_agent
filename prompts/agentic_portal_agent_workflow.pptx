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147482985" r:id="rId3"/>
    <p:sldId id="2147482987" r:id="rId4"/>
    <p:sldId id="2147482988" r:id="rId5"/>
    <p:sldId id="2147482989" r:id="rId6"/>
    <p:sldId id="214748299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ENG Vivien (M/BDO4-PU)" userId="7c31c5c8-61cb-4970-a7ca-97feffb8f910" providerId="ADAL" clId="{7B186B32-805A-498A-9961-031BBA031C3F}"/>
    <pc:docChg chg="custSel addSld delSld modSld sldOrd">
      <pc:chgData name="ZHENG Vivien (M/BDO4-PU)" userId="7c31c5c8-61cb-4970-a7ca-97feffb8f910" providerId="ADAL" clId="{7B186B32-805A-498A-9961-031BBA031C3F}" dt="2026-05-28T01:47:32.973" v="818" actId="47"/>
      <pc:docMkLst>
        <pc:docMk/>
      </pc:docMkLst>
      <pc:sldChg chg="modSp add mod">
        <pc:chgData name="ZHENG Vivien (M/BDO4-PU)" userId="7c31c5c8-61cb-4970-a7ca-97feffb8f910" providerId="ADAL" clId="{7B186B32-805A-498A-9961-031BBA031C3F}" dt="2026-05-20T05:37:21.290" v="41" actId="20577"/>
        <pc:sldMkLst>
          <pc:docMk/>
          <pc:sldMk cId="347371982" sldId="257"/>
        </pc:sldMkLst>
        <pc:spChg chg="mod">
          <ac:chgData name="ZHENG Vivien (M/BDO4-PU)" userId="7c31c5c8-61cb-4970-a7ca-97feffb8f910" providerId="ADAL" clId="{7B186B32-805A-498A-9961-031BBA031C3F}" dt="2026-05-20T05:37:21.290" v="41" actId="20577"/>
          <ac:spMkLst>
            <pc:docMk/>
            <pc:sldMk cId="347371982" sldId="257"/>
            <ac:spMk id="2" creationId="{E72F820A-A76F-1C83-DAD7-FD7D9E2CDC01}"/>
          </ac:spMkLst>
        </pc:spChg>
      </pc:sldChg>
      <pc:sldChg chg="addSp delSp modSp add mod">
        <pc:chgData name="ZHENG Vivien (M/BDO4-PU)" userId="7c31c5c8-61cb-4970-a7ca-97feffb8f910" providerId="ADAL" clId="{7B186B32-805A-498A-9961-031BBA031C3F}" dt="2026-05-20T05:49:44.853" v="226" actId="6549"/>
        <pc:sldMkLst>
          <pc:docMk/>
          <pc:sldMk cId="2714238377" sldId="2147482985"/>
        </pc:sldMkLst>
        <pc:spChg chg="add mod">
          <ac:chgData name="ZHENG Vivien (M/BDO4-PU)" userId="7c31c5c8-61cb-4970-a7ca-97feffb8f910" providerId="ADAL" clId="{7B186B32-805A-498A-9961-031BBA031C3F}" dt="2026-05-20T05:49:44.853" v="226" actId="6549"/>
          <ac:spMkLst>
            <pc:docMk/>
            <pc:sldMk cId="2714238377" sldId="2147482985"/>
            <ac:spMk id="7" creationId="{6F52DBD4-D584-2E91-97F6-FF033F003D2B}"/>
          </ac:spMkLst>
        </pc:spChg>
        <pc:picChg chg="add mod">
          <ac:chgData name="ZHENG Vivien (M/BDO4-PU)" userId="7c31c5c8-61cb-4970-a7ca-97feffb8f910" providerId="ADAL" clId="{7B186B32-805A-498A-9961-031BBA031C3F}" dt="2026-05-20T05:48:29.666" v="48" actId="1076"/>
          <ac:picMkLst>
            <pc:docMk/>
            <pc:sldMk cId="2714238377" sldId="2147482985"/>
            <ac:picMk id="6" creationId="{29CB0FDB-59C3-8E9A-8284-1514DB43F23B}"/>
          </ac:picMkLst>
        </pc:picChg>
      </pc:sldChg>
      <pc:sldChg chg="addSp delSp modSp new del mod ord">
        <pc:chgData name="ZHENG Vivien (M/BDO4-PU)" userId="7c31c5c8-61cb-4970-a7ca-97feffb8f910" providerId="ADAL" clId="{7B186B32-805A-498A-9961-031BBA031C3F}" dt="2026-05-28T01:47:32.973" v="818" actId="47"/>
        <pc:sldMkLst>
          <pc:docMk/>
          <pc:sldMk cId="644415749" sldId="2147482986"/>
        </pc:sldMkLst>
      </pc:sldChg>
      <pc:sldChg chg="addSp modSp new mod">
        <pc:chgData name="ZHENG Vivien (M/BDO4-PU)" userId="7c31c5c8-61cb-4970-a7ca-97feffb8f910" providerId="ADAL" clId="{7B186B32-805A-498A-9961-031BBA031C3F}" dt="2026-05-20T07:07:13.594" v="644" actId="20577"/>
        <pc:sldMkLst>
          <pc:docMk/>
          <pc:sldMk cId="3076390161" sldId="2147482987"/>
        </pc:sldMkLst>
        <pc:spChg chg="add mod">
          <ac:chgData name="ZHENG Vivien (M/BDO4-PU)" userId="7c31c5c8-61cb-4970-a7ca-97feffb8f910" providerId="ADAL" clId="{7B186B32-805A-498A-9961-031BBA031C3F}" dt="2026-05-20T06:29:56.630" v="359" actId="1076"/>
          <ac:spMkLst>
            <pc:docMk/>
            <pc:sldMk cId="3076390161" sldId="2147482987"/>
            <ac:spMk id="4" creationId="{9E1A31EC-BF12-3B1D-6BBD-76F30B946E98}"/>
          </ac:spMkLst>
        </pc:spChg>
        <pc:spChg chg="add mod">
          <ac:chgData name="ZHENG Vivien (M/BDO4-PU)" userId="7c31c5c8-61cb-4970-a7ca-97feffb8f910" providerId="ADAL" clId="{7B186B32-805A-498A-9961-031BBA031C3F}" dt="2026-05-20T06:30:11.984" v="370" actId="1076"/>
          <ac:spMkLst>
            <pc:docMk/>
            <pc:sldMk cId="3076390161" sldId="2147482987"/>
            <ac:spMk id="5" creationId="{5D1700C5-4E7C-E53F-581B-99667197B59A}"/>
          </ac:spMkLst>
        </pc:spChg>
        <pc:spChg chg="add mod">
          <ac:chgData name="ZHENG Vivien (M/BDO4-PU)" userId="7c31c5c8-61cb-4970-a7ca-97feffb8f910" providerId="ADAL" clId="{7B186B32-805A-498A-9961-031BBA031C3F}" dt="2026-05-20T06:39:52.735" v="389" actId="1076"/>
          <ac:spMkLst>
            <pc:docMk/>
            <pc:sldMk cId="3076390161" sldId="2147482987"/>
            <ac:spMk id="6" creationId="{BA2222E2-E73B-E8E4-CF0E-84BB1FF273A1}"/>
          </ac:spMkLst>
        </pc:spChg>
        <pc:spChg chg="add mod">
          <ac:chgData name="ZHENG Vivien (M/BDO4-PU)" userId="7c31c5c8-61cb-4970-a7ca-97feffb8f910" providerId="ADAL" clId="{7B186B32-805A-498A-9961-031BBA031C3F}" dt="2026-05-20T07:07:13.594" v="644" actId="20577"/>
          <ac:spMkLst>
            <pc:docMk/>
            <pc:sldMk cId="3076390161" sldId="2147482987"/>
            <ac:spMk id="7" creationId="{B914C7F1-B2A7-98C4-32E5-8710F8513140}"/>
          </ac:spMkLst>
        </pc:spChg>
        <pc:picChg chg="add mod modCrop">
          <ac:chgData name="ZHENG Vivien (M/BDO4-PU)" userId="7c31c5c8-61cb-4970-a7ca-97feffb8f910" providerId="ADAL" clId="{7B186B32-805A-498A-9961-031BBA031C3F}" dt="2026-05-20T06:40:13.336" v="395" actId="732"/>
          <ac:picMkLst>
            <pc:docMk/>
            <pc:sldMk cId="3076390161" sldId="2147482987"/>
            <ac:picMk id="3" creationId="{A39DBDBA-3728-E4F2-0E43-A3EC903148C7}"/>
          </ac:picMkLst>
        </pc:picChg>
      </pc:sldChg>
      <pc:sldChg chg="addSp modSp new mod">
        <pc:chgData name="ZHENG Vivien (M/BDO4-PU)" userId="7c31c5c8-61cb-4970-a7ca-97feffb8f910" providerId="ADAL" clId="{7B186B32-805A-498A-9961-031BBA031C3F}" dt="2026-05-20T07:07:27.242" v="661" actId="20577"/>
        <pc:sldMkLst>
          <pc:docMk/>
          <pc:sldMk cId="1087706804" sldId="2147482988"/>
        </pc:sldMkLst>
        <pc:spChg chg="add mod">
          <ac:chgData name="ZHENG Vivien (M/BDO4-PU)" userId="7c31c5c8-61cb-4970-a7ca-97feffb8f910" providerId="ADAL" clId="{7B186B32-805A-498A-9961-031BBA031C3F}" dt="2026-05-20T06:40:33.291" v="409" actId="20577"/>
          <ac:spMkLst>
            <pc:docMk/>
            <pc:sldMk cId="1087706804" sldId="2147482988"/>
            <ac:spMk id="4" creationId="{BC263203-DBDA-57BC-DB6C-A19C58F10B6E}"/>
          </ac:spMkLst>
        </pc:spChg>
        <pc:spChg chg="add mod">
          <ac:chgData name="ZHENG Vivien (M/BDO4-PU)" userId="7c31c5c8-61cb-4970-a7ca-97feffb8f910" providerId="ADAL" clId="{7B186B32-805A-498A-9961-031BBA031C3F}" dt="2026-05-20T06:40:51.524" v="420" actId="14100"/>
          <ac:spMkLst>
            <pc:docMk/>
            <pc:sldMk cId="1087706804" sldId="2147482988"/>
            <ac:spMk id="5" creationId="{A37DE696-CD62-EED2-C81E-E1D2E5065F39}"/>
          </ac:spMkLst>
        </pc:spChg>
        <pc:spChg chg="add mod">
          <ac:chgData name="ZHENG Vivien (M/BDO4-PU)" userId="7c31c5c8-61cb-4970-a7ca-97feffb8f910" providerId="ADAL" clId="{7B186B32-805A-498A-9961-031BBA031C3F}" dt="2026-05-20T07:07:27.242" v="661" actId="20577"/>
          <ac:spMkLst>
            <pc:docMk/>
            <pc:sldMk cId="1087706804" sldId="2147482988"/>
            <ac:spMk id="6" creationId="{753604CC-B704-E477-6949-49E8036F3D71}"/>
          </ac:spMkLst>
        </pc:spChg>
        <pc:picChg chg="add mod">
          <ac:chgData name="ZHENG Vivien (M/BDO4-PU)" userId="7c31c5c8-61cb-4970-a7ca-97feffb8f910" providerId="ADAL" clId="{7B186B32-805A-498A-9961-031BBA031C3F}" dt="2026-05-20T06:39:42.215" v="386" actId="1076"/>
          <ac:picMkLst>
            <pc:docMk/>
            <pc:sldMk cId="1087706804" sldId="2147482988"/>
            <ac:picMk id="3" creationId="{25F3EFFD-A8E4-A607-F11D-AC843F4C6354}"/>
          </ac:picMkLst>
        </pc:picChg>
      </pc:sldChg>
      <pc:sldChg chg="addSp modSp new mod">
        <pc:chgData name="ZHENG Vivien (M/BDO4-PU)" userId="7c31c5c8-61cb-4970-a7ca-97feffb8f910" providerId="ADAL" clId="{7B186B32-805A-498A-9961-031BBA031C3F}" dt="2026-05-20T07:08:13.011" v="711" actId="20577"/>
        <pc:sldMkLst>
          <pc:docMk/>
          <pc:sldMk cId="654091132" sldId="2147482989"/>
        </pc:sldMkLst>
        <pc:spChg chg="add mod">
          <ac:chgData name="ZHENG Vivien (M/BDO4-PU)" userId="7c31c5c8-61cb-4970-a7ca-97feffb8f910" providerId="ADAL" clId="{7B186B32-805A-498A-9961-031BBA031C3F}" dt="2026-05-20T07:08:00.201" v="707" actId="1076"/>
          <ac:spMkLst>
            <pc:docMk/>
            <pc:sldMk cId="654091132" sldId="2147482989"/>
            <ac:spMk id="4" creationId="{7B8F4A5C-C39F-B468-6598-3FF23E296891}"/>
          </ac:spMkLst>
        </pc:spChg>
        <pc:spChg chg="add mod">
          <ac:chgData name="ZHENG Vivien (M/BDO4-PU)" userId="7c31c5c8-61cb-4970-a7ca-97feffb8f910" providerId="ADAL" clId="{7B186B32-805A-498A-9961-031BBA031C3F}" dt="2026-05-20T07:07:54.438" v="705" actId="1076"/>
          <ac:spMkLst>
            <pc:docMk/>
            <pc:sldMk cId="654091132" sldId="2147482989"/>
            <ac:spMk id="5" creationId="{79A174A6-D86C-0590-2090-E582176BFDB0}"/>
          </ac:spMkLst>
        </pc:spChg>
        <pc:spChg chg="add mod">
          <ac:chgData name="ZHENG Vivien (M/BDO4-PU)" userId="7c31c5c8-61cb-4970-a7ca-97feffb8f910" providerId="ADAL" clId="{7B186B32-805A-498A-9961-031BBA031C3F}" dt="2026-05-20T07:08:13.011" v="711" actId="20577"/>
          <ac:spMkLst>
            <pc:docMk/>
            <pc:sldMk cId="654091132" sldId="2147482989"/>
            <ac:spMk id="6" creationId="{81754C44-DFEC-F9E8-F48A-49AA5B6E2FE4}"/>
          </ac:spMkLst>
        </pc:spChg>
        <pc:picChg chg="add mod">
          <ac:chgData name="ZHENG Vivien (M/BDO4-PU)" userId="7c31c5c8-61cb-4970-a7ca-97feffb8f910" providerId="ADAL" clId="{7B186B32-805A-498A-9961-031BBA031C3F}" dt="2026-05-20T07:07:56.975" v="706" actId="1076"/>
          <ac:picMkLst>
            <pc:docMk/>
            <pc:sldMk cId="654091132" sldId="2147482989"/>
            <ac:picMk id="3" creationId="{3A8A00B6-8729-FFE9-5659-7F2EAE35C17D}"/>
          </ac:picMkLst>
        </pc:picChg>
      </pc:sldChg>
      <pc:sldChg chg="addSp modSp new mod">
        <pc:chgData name="ZHENG Vivien (M/BDO4-PU)" userId="7c31c5c8-61cb-4970-a7ca-97feffb8f910" providerId="ADAL" clId="{7B186B32-805A-498A-9961-031BBA031C3F}" dt="2026-05-20T07:18:55.330" v="814" actId="6549"/>
        <pc:sldMkLst>
          <pc:docMk/>
          <pc:sldMk cId="4288294704" sldId="2147482990"/>
        </pc:sldMkLst>
        <pc:spChg chg="add mod">
          <ac:chgData name="ZHENG Vivien (M/BDO4-PU)" userId="7c31c5c8-61cb-4970-a7ca-97feffb8f910" providerId="ADAL" clId="{7B186B32-805A-498A-9961-031BBA031C3F}" dt="2026-05-20T07:16:37.126" v="731" actId="20577"/>
          <ac:spMkLst>
            <pc:docMk/>
            <pc:sldMk cId="4288294704" sldId="2147482990"/>
            <ac:spMk id="4" creationId="{6C414627-FDA5-A4B2-CEE9-4668C5A1FAD4}"/>
          </ac:spMkLst>
        </pc:spChg>
        <pc:spChg chg="add mod">
          <ac:chgData name="ZHENG Vivien (M/BDO4-PU)" userId="7c31c5c8-61cb-4970-a7ca-97feffb8f910" providerId="ADAL" clId="{7B186B32-805A-498A-9961-031BBA031C3F}" dt="2026-05-20T07:18:39.538" v="794" actId="1076"/>
          <ac:spMkLst>
            <pc:docMk/>
            <pc:sldMk cId="4288294704" sldId="2147482990"/>
            <ac:spMk id="5" creationId="{8A928414-F7EA-5712-5ACC-51915D92EC81}"/>
          </ac:spMkLst>
        </pc:spChg>
        <pc:spChg chg="add mod">
          <ac:chgData name="ZHENG Vivien (M/BDO4-PU)" userId="7c31c5c8-61cb-4970-a7ca-97feffb8f910" providerId="ADAL" clId="{7B186B32-805A-498A-9961-031BBA031C3F}" dt="2026-05-20T07:18:32.061" v="792" actId="1076"/>
          <ac:spMkLst>
            <pc:docMk/>
            <pc:sldMk cId="4288294704" sldId="2147482990"/>
            <ac:spMk id="6" creationId="{FD2509DF-C9DA-C73B-7434-57F0B539D6CF}"/>
          </ac:spMkLst>
        </pc:spChg>
        <pc:spChg chg="add mod">
          <ac:chgData name="ZHENG Vivien (M/BDO4-PU)" userId="7c31c5c8-61cb-4970-a7ca-97feffb8f910" providerId="ADAL" clId="{7B186B32-805A-498A-9961-031BBA031C3F}" dt="2026-05-20T07:18:36.075" v="793" actId="1076"/>
          <ac:spMkLst>
            <pc:docMk/>
            <pc:sldMk cId="4288294704" sldId="2147482990"/>
            <ac:spMk id="7" creationId="{46045A28-8D0A-D740-9804-A3F58507ED09}"/>
          </ac:spMkLst>
        </pc:spChg>
        <pc:spChg chg="add mod">
          <ac:chgData name="ZHENG Vivien (M/BDO4-PU)" userId="7c31c5c8-61cb-4970-a7ca-97feffb8f910" providerId="ADAL" clId="{7B186B32-805A-498A-9961-031BBA031C3F}" dt="2026-05-20T07:18:55.330" v="814" actId="6549"/>
          <ac:spMkLst>
            <pc:docMk/>
            <pc:sldMk cId="4288294704" sldId="2147482990"/>
            <ac:spMk id="8" creationId="{7BFAD1BF-48F2-6917-3775-F83285155CC5}"/>
          </ac:spMkLst>
        </pc:spChg>
        <pc:picChg chg="add mod">
          <ac:chgData name="ZHENG Vivien (M/BDO4-PU)" userId="7c31c5c8-61cb-4970-a7ca-97feffb8f910" providerId="ADAL" clId="{7B186B32-805A-498A-9961-031BBA031C3F}" dt="2026-05-20T07:18:25.530" v="791" actId="1076"/>
          <ac:picMkLst>
            <pc:docMk/>
            <pc:sldMk cId="4288294704" sldId="2147482990"/>
            <ac:picMk id="3" creationId="{8F468541-C7F1-282D-D4FD-DDEE639F58C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F4636-142F-8E51-2075-B9B2258BC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9B87FC-3F5C-D1AE-9B2D-3B782319EA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A51DF-5E77-1BA1-CC28-84BD9CE5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BB62A-71F0-60DC-B909-E616D518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045FD2-CE16-5D61-97ED-3A40139A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05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4FD4E-1449-8951-E296-028688F88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49A85-A423-64A2-59CF-EAC7C774F8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9E2A-C702-30F6-D480-A536A3FBF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4725E8-4731-9F13-2496-CF67452AF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A42BEC-71CC-3F1E-2C61-CF3D4A688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62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D1F7C-DE52-FABE-86E6-47DCD44F4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261610-EEF9-FAD4-6290-CCD849DCA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EBF28-E139-C38C-9C95-8E118D961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D89B64-C519-2E55-7D02-3384520E6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43D3B-E295-31EF-D7F0-70DF247E2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9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1B01E-FA72-95D0-1DF2-7B6EC124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8C55F-9585-DA6C-CCC2-417D64EC28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4431F8-CA7D-8361-D0EB-993CDFFFE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E47DBD-525B-4FEB-8B4C-D156D6EA0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4ABDD-B94F-36FF-C210-D37A3B658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3AC26-27E9-1F75-41F2-10B4EABFC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84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EF24F-E8EC-892C-B1FB-0E99765C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DCDEE-9913-9135-F274-B7E3263C4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197791-DF67-ADF5-0C98-18874D8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A43D14-0293-D97A-3997-95D4EEE3E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AAD68D-84AB-0863-464F-D03579D19C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D1296E-09A8-A39C-A6A0-B4D8540EE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29BABE-DEDF-F156-D93F-32C34B2B8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613654-618E-C0FB-292E-0E6B87876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727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4660B-056B-D81E-A91D-B795F6F8B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A2A9F-8E66-5176-1F58-3FB111C2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E8CB55-3F8E-22A4-DE69-0E9AB3121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72F6B-93C8-76B2-939D-9C4D9D180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7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94A390-7011-2751-0AD7-3ACDC37F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443B96-49E7-866B-B540-3B7E182A5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57A82D-DE35-1396-3BB4-A600F1E12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47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E81B3-7D70-3BB9-8C10-CA173B36B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69334-DB84-2D84-C0BA-83348980BF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A6D76-86F3-855E-6D1A-7FEFA4521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CD37D3-71C2-1FAC-E4FB-2C6A4104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60083-482A-7A83-EF76-178502BC8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9A198-70A0-FF16-18CA-FFC727FEB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9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E2BA1-03CE-E045-0D09-2EB2F8DC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CFE2DA-866F-3E18-799C-3D8CE5FFB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3B167A-DE65-7AC5-3EC6-840DB697A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4B5B0-8886-991A-196B-1D9E9013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B20E46-9DCA-4B61-CF47-57E0F5C8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F73922-B55D-2344-B18E-E930E1D62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656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8691-71D6-33EF-6EBA-7010AFF2C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4063C9-0058-3C67-AA7F-7BA27DB199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63DC70-10FB-0FDD-EDEE-5C4541E6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4806C-AC3D-CE81-7C1F-AAD5452F4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1C1D0-2E3D-49F6-4DAE-52D973B47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097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3C40A4-3833-A0B0-05E2-12BC7E3536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8F1233-2169-C195-FE21-C485E61DAC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874B5-A84C-499F-D5EE-F41AC9EF2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4AEC6-9F40-A95F-D8D1-5D85E5765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E6BF2-4ED8-382E-3323-E861A3EC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691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>
            <a:extLst>
              <a:ext uri="{FF2B5EF4-FFF2-40B4-BE49-F238E27FC236}">
                <a16:creationId xmlns:a16="http://schemas.microsoft.com/office/drawing/2014/main" id="{BF558F48-F6D6-4568-8DA6-55FAE81CC26F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8761" y="6308409"/>
            <a:ext cx="1128326" cy="307505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7FD8C3B7-D4C2-49FB-A234-B9EF65EF0E2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8177" y="2892853"/>
            <a:ext cx="10301466" cy="167548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446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7B0DFCC-F037-4745-849A-E2902A32AC7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08177" y="4713579"/>
            <a:ext cx="10301466" cy="139410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667"/>
            </a:lvl1pPr>
            <a:lvl2pPr marL="508132" indent="0">
              <a:buFontTx/>
              <a:buNone/>
              <a:defRPr/>
            </a:lvl2pPr>
            <a:lvl3pPr marL="1016264" indent="0">
              <a:buFontTx/>
              <a:buNone/>
              <a:defRPr/>
            </a:lvl3pPr>
            <a:lvl4pPr marL="1524396" indent="0">
              <a:buFontTx/>
              <a:buNone/>
              <a:defRPr/>
            </a:lvl4pPr>
            <a:lvl5pPr marL="1524396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>
            <a:extLst>
              <a:ext uri="{FF2B5EF4-FFF2-40B4-BE49-F238E27FC236}">
                <a16:creationId xmlns:a16="http://schemas.microsoft.com/office/drawing/2014/main" id="{862C2846-F73C-4F37-B810-57D2567D11EB}"/>
              </a:ext>
            </a:extLst>
          </p:cNvPr>
          <p:cNvPicPr>
            <a:picLocks noSelect="1"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528" cy="228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26916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428">
          <p15:clr>
            <a:srgbClr val="FBAE40"/>
          </p15:clr>
        </p15:guide>
        <p15:guide id="2" pos="6185">
          <p15:clr>
            <a:srgbClr val="FBAE40"/>
          </p15:clr>
        </p15:guide>
        <p15:guide id="3" orient="horz" pos="1290">
          <p15:clr>
            <a:srgbClr val="FBAE40"/>
          </p15:clr>
        </p15:guide>
        <p15:guide id="4" orient="horz" pos="2590">
          <p15:clr>
            <a:srgbClr val="FBAE40"/>
          </p15:clr>
        </p15:guide>
        <p15:guide id="5" orient="horz" pos="2664">
          <p15:clr>
            <a:srgbClr val="FBAE40"/>
          </p15:clr>
        </p15:guide>
        <p15:guide id="6" orient="horz" pos="347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AD8584-9509-A60A-3255-D36BE00B8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D02EC-92FC-A4E1-532D-E8A90E7D7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7595C9-2332-42CC-3F29-36A16DBA9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D52176-E13E-4152-9C7E-885F40C4399E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69619-5A0D-6DD4-4B29-266CB8D63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03CE8-C4D4-F0F9-B2DD-6C0B7ECD0F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22D5C2-A0D0-432F-976D-4137AEBECE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086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F820A-A76F-1C83-DAD7-FD7D9E2CDC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/>
              <a:t>Agentic Portal Agent Workflow &amp; Dataflow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719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CB0FDB-59C3-8E9A-8284-1514DB43F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1910" y="926926"/>
            <a:ext cx="7493236" cy="57965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52DBD4-D584-2E91-97F6-FF033F003D2B}"/>
              </a:ext>
            </a:extLst>
          </p:cNvPr>
          <p:cNvSpPr txBox="1"/>
          <p:nvPr/>
        </p:nvSpPr>
        <p:spPr>
          <a:xfrm>
            <a:off x="751562" y="300625"/>
            <a:ext cx="44342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Black solid line: Workflow</a:t>
            </a:r>
            <a:br>
              <a:rPr lang="en-US" dirty="0"/>
            </a:br>
            <a:r>
              <a:rPr lang="en-US" dirty="0"/>
              <a:t>Dash line: Dataflow</a:t>
            </a:r>
          </a:p>
          <a:p>
            <a:r>
              <a:rPr lang="en-US" dirty="0"/>
              <a:t>- red dash line: Writing action</a:t>
            </a:r>
          </a:p>
          <a:p>
            <a:r>
              <a:rPr lang="en-US" dirty="0"/>
              <a:t>- black dash line: Reading action</a:t>
            </a:r>
          </a:p>
        </p:txBody>
      </p:sp>
    </p:spTree>
    <p:extLst>
      <p:ext uri="{BB962C8B-B14F-4D97-AF65-F5344CB8AC3E}">
        <p14:creationId xmlns:p14="http://schemas.microsoft.com/office/powerpoint/2010/main" val="2714238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9DBDBA-3728-E4F2-0E43-A3EC903148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18" t="2500" r="1523" b="1406"/>
          <a:stretch>
            <a:fillRect/>
          </a:stretch>
        </p:blipFill>
        <p:spPr>
          <a:xfrm>
            <a:off x="3486149" y="171450"/>
            <a:ext cx="5448301" cy="65913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1A31EC-BF12-3B1D-6BBD-76F30B946E98}"/>
              </a:ext>
            </a:extLst>
          </p:cNvPr>
          <p:cNvSpPr txBox="1"/>
          <p:nvPr/>
        </p:nvSpPr>
        <p:spPr>
          <a:xfrm>
            <a:off x="8441667" y="657241"/>
            <a:ext cx="153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 Registry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1700C5-4E7C-E53F-581B-99667197B59A}"/>
              </a:ext>
            </a:extLst>
          </p:cNvPr>
          <p:cNvSpPr txBox="1"/>
          <p:nvPr/>
        </p:nvSpPr>
        <p:spPr>
          <a:xfrm>
            <a:off x="1854939" y="2373265"/>
            <a:ext cx="153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 Retrieve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222E2-E73B-E8E4-CF0E-84BB1FF273A1}"/>
              </a:ext>
            </a:extLst>
          </p:cNvPr>
          <p:cNvSpPr txBox="1"/>
          <p:nvPr/>
        </p:nvSpPr>
        <p:spPr>
          <a:xfrm>
            <a:off x="1624815" y="5946944"/>
            <a:ext cx="1994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 Execution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14C7F1-B2A7-98C4-32E5-8710F8513140}"/>
              </a:ext>
            </a:extLst>
          </p:cNvPr>
          <p:cNvSpPr txBox="1"/>
          <p:nvPr/>
        </p:nvSpPr>
        <p:spPr>
          <a:xfrm>
            <a:off x="253825" y="171449"/>
            <a:ext cx="394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 Registry &amp; Tool Retrieve</a:t>
            </a:r>
          </a:p>
        </p:txBody>
      </p:sp>
    </p:spTree>
    <p:extLst>
      <p:ext uri="{BB962C8B-B14F-4D97-AF65-F5344CB8AC3E}">
        <p14:creationId xmlns:p14="http://schemas.microsoft.com/office/powerpoint/2010/main" val="3076390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F3EFFD-A8E4-A607-F11D-AC843F4C6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766" y="323850"/>
            <a:ext cx="5709910" cy="607319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263203-DBDA-57BC-DB6C-A19C58F10B6E}"/>
              </a:ext>
            </a:extLst>
          </p:cNvPr>
          <p:cNvSpPr txBox="1"/>
          <p:nvPr/>
        </p:nvSpPr>
        <p:spPr>
          <a:xfrm>
            <a:off x="1426314" y="1335040"/>
            <a:ext cx="153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Memory write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DE696-CD62-EED2-C81E-E1D2E5065F39}"/>
              </a:ext>
            </a:extLst>
          </p:cNvPr>
          <p:cNvSpPr txBox="1"/>
          <p:nvPr/>
        </p:nvSpPr>
        <p:spPr>
          <a:xfrm>
            <a:off x="8988689" y="2668540"/>
            <a:ext cx="1917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Memory retrieve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604CC-B704-E477-6949-49E8036F3D71}"/>
              </a:ext>
            </a:extLst>
          </p:cNvPr>
          <p:cNvSpPr txBox="1"/>
          <p:nvPr/>
        </p:nvSpPr>
        <p:spPr>
          <a:xfrm>
            <a:off x="253825" y="171449"/>
            <a:ext cx="394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Term Memory</a:t>
            </a:r>
          </a:p>
        </p:txBody>
      </p:sp>
    </p:spTree>
    <p:extLst>
      <p:ext uri="{BB962C8B-B14F-4D97-AF65-F5344CB8AC3E}">
        <p14:creationId xmlns:p14="http://schemas.microsoft.com/office/powerpoint/2010/main" val="1087706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8A00B6-8729-FFE9-5659-7F2EAE35C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4751" y="171449"/>
            <a:ext cx="4812148" cy="6294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8F4A5C-C39F-B468-6598-3FF23E296891}"/>
              </a:ext>
            </a:extLst>
          </p:cNvPr>
          <p:cNvSpPr txBox="1"/>
          <p:nvPr/>
        </p:nvSpPr>
        <p:spPr>
          <a:xfrm>
            <a:off x="3045564" y="2792365"/>
            <a:ext cx="153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KG Build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174A6-D86C-0590-2090-E582176BFDB0}"/>
              </a:ext>
            </a:extLst>
          </p:cNvPr>
          <p:cNvSpPr txBox="1"/>
          <p:nvPr/>
        </p:nvSpPr>
        <p:spPr>
          <a:xfrm>
            <a:off x="9235499" y="3429000"/>
            <a:ext cx="153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KG Retrieve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54C44-DFEC-F9E8-F48A-49AA5B6E2FE4}"/>
              </a:ext>
            </a:extLst>
          </p:cNvPr>
          <p:cNvSpPr txBox="1"/>
          <p:nvPr/>
        </p:nvSpPr>
        <p:spPr>
          <a:xfrm>
            <a:off x="253825" y="171449"/>
            <a:ext cx="425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Long Term Memory – Knowledge Graph</a:t>
            </a:r>
          </a:p>
        </p:txBody>
      </p:sp>
    </p:spTree>
    <p:extLst>
      <p:ext uri="{BB962C8B-B14F-4D97-AF65-F5344CB8AC3E}">
        <p14:creationId xmlns:p14="http://schemas.microsoft.com/office/powerpoint/2010/main" val="654091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468541-C7F1-282D-D4FD-DDEE639F5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931" y="-34409"/>
            <a:ext cx="8043969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C414627-FDA5-A4B2-CEE9-4668C5A1FAD4}"/>
              </a:ext>
            </a:extLst>
          </p:cNvPr>
          <p:cNvSpPr txBox="1"/>
          <p:nvPr/>
        </p:nvSpPr>
        <p:spPr>
          <a:xfrm>
            <a:off x="253825" y="171449"/>
            <a:ext cx="425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MCP ecosystem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28414-F7EA-5712-5ACC-51915D92EC81}"/>
              </a:ext>
            </a:extLst>
          </p:cNvPr>
          <p:cNvSpPr txBox="1"/>
          <p:nvPr/>
        </p:nvSpPr>
        <p:spPr>
          <a:xfrm>
            <a:off x="7419975" y="2154190"/>
            <a:ext cx="202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MCP tool fetch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2509DF-C9DA-C73B-7434-57F0B539D6CF}"/>
              </a:ext>
            </a:extLst>
          </p:cNvPr>
          <p:cNvSpPr txBox="1"/>
          <p:nvPr/>
        </p:nvSpPr>
        <p:spPr>
          <a:xfrm>
            <a:off x="6300787" y="3394591"/>
            <a:ext cx="202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MCP tool update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45A28-8D0A-D740-9804-A3F58507ED09}"/>
              </a:ext>
            </a:extLst>
          </p:cNvPr>
          <p:cNvSpPr txBox="1"/>
          <p:nvPr/>
        </p:nvSpPr>
        <p:spPr>
          <a:xfrm>
            <a:off x="4505325" y="1516617"/>
            <a:ext cx="2362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MCP tool execution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AD1BF-48F2-6917-3775-F83285155CC5}"/>
              </a:ext>
            </a:extLst>
          </p:cNvPr>
          <p:cNvSpPr txBox="1"/>
          <p:nvPr/>
        </p:nvSpPr>
        <p:spPr>
          <a:xfrm>
            <a:off x="9572625" y="5306965"/>
            <a:ext cx="2023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Tool Registry</a:t>
            </a:r>
          </a:p>
        </p:txBody>
      </p:sp>
    </p:spTree>
    <p:extLst>
      <p:ext uri="{BB962C8B-B14F-4D97-AF65-F5344CB8AC3E}">
        <p14:creationId xmlns:p14="http://schemas.microsoft.com/office/powerpoint/2010/main" val="42882947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71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Agentic Portal Agent Workflow &amp; Dataflow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 Vivien (M/BDO4-PU)</dc:creator>
  <cp:lastModifiedBy>ZHENG Vivien (M/BDO4-PU)</cp:lastModifiedBy>
  <cp:revision>1</cp:revision>
  <dcterms:created xsi:type="dcterms:W3CDTF">2026-05-20T05:36:46Z</dcterms:created>
  <dcterms:modified xsi:type="dcterms:W3CDTF">2026-05-28T01:47:35Z</dcterms:modified>
</cp:coreProperties>
</file>